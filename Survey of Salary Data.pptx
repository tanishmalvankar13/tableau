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CDF1-DE9F-1473-4067-E74665AE6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DC1B1-EE3D-7BDB-58D2-03A20F76E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FC80C-8B85-9A8A-7847-A3FEAE6A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B64A-27BA-6F99-BFE5-24C68FAB0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39626-0233-DE3F-D367-F57C441F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7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1EAC-D9DC-BD72-BA16-C6E37DCB3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BC22-7FAE-5D62-9414-92D5619FA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DD461-EBE3-2D8D-F60B-A5F7ED00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1066E-6231-5D1E-D9F9-7304B3C69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64B7B-D67E-9B90-8E51-60942B3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38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4D01-2BC2-A12B-5329-EAFD65E6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75A49-C1C4-1016-5502-B8FEDB1C1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0536-F073-0515-FB61-9988DD13E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12B3E-8CC9-A81C-014E-6CCABD81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ADA74-DE05-F47E-D833-231DFE2A2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25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4228-686D-8348-166B-7BB92C74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8B35B-6AA2-ECE7-A917-F482B04AA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51F7F-9AA8-769C-E71F-61B5A49E7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08D56-E77D-F861-F4E2-DA362E7B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F6B2E-2CB5-18DC-ADC5-F50ABC2C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76E8F-8B3A-B0B1-E064-1AE4E229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69B5-1FF4-A0F6-CACD-55436032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C8C68-42F4-AEA7-E8CA-59E25DEC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DC4BC-1369-9CA1-EF9C-511364571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44A49-AF5F-0B3C-BEDB-DC1962888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C7B31-A163-8665-34F5-711A7A157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04AE9-6294-760C-49A5-AA321F4A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6DB39-B499-7BD5-9049-A18D9184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01354-EFB0-D540-EA6B-59A22CEC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09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5231-E934-B33C-FBA6-3A7FC532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73B2D-1E3D-A202-E9BD-3F73017D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D2DF61-1A9D-A344-5E17-69A52E7C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F31A0-162D-1457-37AF-633CBCDF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60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8D2A5-4414-54C3-0624-315B9E18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62998-CCF1-4FAA-79EC-D66FCBDA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70ECF-F3C2-2AF6-510C-7626C46D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53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A36D-58A7-CBE7-DB4E-5E1EC1BD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E91D-F267-6E06-006F-98F72377A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9373A-629D-6DFC-6CA2-C094636FC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AF4CE-B437-C320-7A8B-FF1EDB6F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CC9A2-F6FC-A35A-8B41-D1BC9B97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22EFF-5F57-7281-0091-77529AEF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61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D78F-BDAE-E462-B5A7-553495B0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D5EF9A-E487-A376-5CA2-AD8C21440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996C-768D-9B4B-1C91-A5C907138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025B6-CA4B-DCA5-9BD1-3D537CB41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5709A-AC92-3285-4F49-ACB33F89D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40F1D-AF49-4FC0-EEB1-C70FB35B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64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7216-36AB-79E8-DF44-AE0D1875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68838-0F15-124C-6006-BAE3C1000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0F443-4250-1B5F-7FF8-9F70CD14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DBB3-5A3F-05C8-54D9-D685CB02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980B7-6430-38A4-E2F3-C832AA31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2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BBC8EA-CA23-A6F2-A933-DE7FA313B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7A360-DF17-3EDF-462E-D07AE3EF9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5A88-A9FC-185D-F44F-B9FA0EF8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53B4-CAC2-DB73-2ACB-B1B3239D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C01BC-E908-B0B3-9C96-DD798003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7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A1817D-9192-1AFB-CC60-86E3FB9D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215F9-D1F8-42F9-77FE-187218319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5DBF0-F93C-965B-EE37-7E8391E51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F3397-FE27-4200-8511-33D33A8030C2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66638-B14E-EBBA-A83B-A4B6D4E48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9ED7-8FC6-3400-7C7A-C47DD71F7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5459E-E232-4596-8970-31F555CCE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41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327B-9CF6-9848-327B-FC047F395B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Aptos Display" panose="020B0004020202020204" pitchFamily="34" charset="0"/>
              </a:rPr>
              <a:t>Survey of Salary Data</a:t>
            </a:r>
            <a:endParaRPr lang="en-IN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67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8E1D-8A37-C27C-3489-9A2B62EE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 Display" panose="020B0004020202020204" pitchFamily="34" charset="0"/>
              </a:rPr>
              <a:t>Problem Statement (from user perspective)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E7D0-9A80-BFDE-4F2E-F887A779E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Maximum Required qualification level for a particular job title</a:t>
            </a:r>
          </a:p>
          <a:p>
            <a:r>
              <a:rPr lang="en-US" dirty="0"/>
              <a:t>(Monthly Average Salary) Based on Qualification level</a:t>
            </a:r>
          </a:p>
          <a:p>
            <a:r>
              <a:rPr lang="en-US" dirty="0"/>
              <a:t>(Monthly Average Salary) Based on Years of Experience</a:t>
            </a:r>
          </a:p>
          <a:p>
            <a:r>
              <a:rPr lang="en-US" dirty="0"/>
              <a:t>(Monthly Average Salary) Based on Age Criteria</a:t>
            </a:r>
          </a:p>
          <a:p>
            <a:r>
              <a:rPr lang="en-US" dirty="0"/>
              <a:t>(Monthly Average Salary) Based on (Gender specific)</a:t>
            </a:r>
          </a:p>
          <a:p>
            <a:r>
              <a:rPr lang="en-US" dirty="0"/>
              <a:t>(Monthly Average Salary) Based on Job Title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9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18325-7200-1330-4F5C-D860976E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59" y="424541"/>
            <a:ext cx="11276082" cy="578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2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79A8-4CF4-E42B-64E6-D07C207F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ptos Display" panose="020B0004020202020204" pitchFamily="34" charset="0"/>
              </a:rPr>
              <a:t>Overall Conclusion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647F-3DB1-6BF5-4A3D-395AFB393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dashboard will act as an interactive medium for individual professionals which include both (working/non-working) people or even those who wish to start their own start-up and require certain qualified people in their business </a:t>
            </a:r>
          </a:p>
          <a:p>
            <a:r>
              <a:rPr lang="en-US" dirty="0"/>
              <a:t>Since the usability has nothing such as specific age limit even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students could get help through this dashboard for deciding their </a:t>
            </a:r>
          </a:p>
          <a:p>
            <a:pPr marL="0" indent="0">
              <a:buNone/>
            </a:pPr>
            <a:r>
              <a:rPr lang="en-IN" dirty="0"/>
              <a:t>   career path or any dream profession.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9E44-B342-6C7F-2289-C1B2EA6A9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Thankyou</a:t>
            </a:r>
            <a:br>
              <a:rPr lang="en-US" b="1" dirty="0">
                <a:latin typeface="Aptos Display" panose="020B0004020202020204" pitchFamily="34" charset="0"/>
              </a:rPr>
            </a:b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4F791-B731-9E11-F875-CF57DAC5A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01876"/>
          </a:xfrm>
        </p:spPr>
        <p:txBody>
          <a:bodyPr>
            <a:noAutofit/>
          </a:bodyPr>
          <a:lstStyle/>
          <a:p>
            <a:endParaRPr lang="en-US" b="1" spc="574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A7BD8-83DD-EF7D-C7E1-6A13E10E1CC2}"/>
              </a:ext>
            </a:extLst>
          </p:cNvPr>
          <p:cNvSpPr txBox="1"/>
          <p:nvPr/>
        </p:nvSpPr>
        <p:spPr>
          <a:xfrm>
            <a:off x="1850571" y="3068146"/>
            <a:ext cx="93290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 Display" panose="020B0004020202020204" pitchFamily="34" charset="0"/>
              </a:rPr>
              <a:t>LinkedIn : htttps://www.linked.com/in/tanish-m-506462309</a:t>
            </a:r>
            <a:endParaRPr lang="en-IN" sz="2400" b="1" dirty="0">
              <a:latin typeface="Aptos Display" panose="020B0004020202020204" pitchFamily="34" charset="0"/>
            </a:endParaRPr>
          </a:p>
          <a:p>
            <a:r>
              <a:rPr lang="en-IN" sz="2400" b="1" dirty="0">
                <a:latin typeface="Aptos Display" panose="020B0004020202020204" pitchFamily="34" charset="0"/>
              </a:rPr>
              <a:t>Dataset: Kaggle.com</a:t>
            </a:r>
          </a:p>
          <a:p>
            <a:r>
              <a:rPr lang="en-IN" sz="2400" b="1" dirty="0">
                <a:latin typeface="Aptos Display" panose="020B0004020202020204" pitchFamily="34" charset="0"/>
              </a:rPr>
              <a:t>Visualization Tool: Tableau</a:t>
            </a:r>
          </a:p>
          <a:p>
            <a:r>
              <a:rPr lang="en-IN" sz="2400" b="1" dirty="0">
                <a:latin typeface="Aptos Display" panose="020B0004020202020204" pitchFamily="34" charset="0"/>
              </a:rPr>
              <a:t>Name:Tanish.D.Malvankar</a:t>
            </a:r>
            <a:endParaRPr lang="en-US" sz="2400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 Display</vt:lpstr>
      <vt:lpstr>Arial</vt:lpstr>
      <vt:lpstr>Calibri</vt:lpstr>
      <vt:lpstr>Calibri Light</vt:lpstr>
      <vt:lpstr>Poppins Bold</vt:lpstr>
      <vt:lpstr>Office Theme</vt:lpstr>
      <vt:lpstr>Survey of Salary Data</vt:lpstr>
      <vt:lpstr>Problem Statement (from user perspective)</vt:lpstr>
      <vt:lpstr>PowerPoint Presentation</vt:lpstr>
      <vt:lpstr>Overall Conclusion</vt:lpstr>
      <vt:lpstr>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BSc Roll.No 22 Tanish Malvankar</dc:creator>
  <cp:lastModifiedBy>SY BSc Roll.No 22 Tanish Malvankar</cp:lastModifiedBy>
  <cp:revision>1</cp:revision>
  <dcterms:created xsi:type="dcterms:W3CDTF">2025-10-06T09:15:20Z</dcterms:created>
  <dcterms:modified xsi:type="dcterms:W3CDTF">2025-10-06T09:48:21Z</dcterms:modified>
</cp:coreProperties>
</file>